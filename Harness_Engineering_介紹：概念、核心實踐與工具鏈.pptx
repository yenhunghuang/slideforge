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B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Easy (4)</c:v>
                  </c:pt>
                  <c:pt idx="1">
                    <c:v>Medium (55)</c:v>
                  </c:pt>
                  <c:pt idx="2">
                    <c:v>Hard (30)</c:v>
                  </c:pt>
                  <c:pt idx="3">
                    <c:v>Overall (89)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81.1</c:v>
                </c:pt>
                <c:pt idx="2">
                  <c:v>64.7</c:v>
                </c:pt>
                <c:pt idx="3">
                  <c:v>76.4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1E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73152" cy="201168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概念、核心實踐與工具鏈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 ×  Meta-Harness 深度解析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097280" cy="10972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0"/>
            <a:ext cx="640080" cy="640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NotebookLM 風格教學報告  |  2026-04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議程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什麼是 Agent Harness？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定義、類比與核心角色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TypeScript SDK 架構與實踐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7863840" cy="5943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651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Stanford IRIS Lab 的自動化演化方法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7863840" cy="5943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83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比較與設計模式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兩種路線的異同與通用原則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114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總結與展望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 工程的未來方向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什麼是 Agent Harness？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 LLM 從「能聊天」變成「能做事」的基礎設施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5C6B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916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LLM（大腦）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語言理解、推理、生成能力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Harness（外殼）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Prompt 策略、工具定義、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執行迴圈、context 管理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Agent（成品）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能自主完成任務的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完整系統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423160"/>
            <a:ext cx="365760" cy="36576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423160"/>
            <a:ext cx="365760" cy="3657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Text 16"/>
          <p:cNvSpPr/>
          <p:nvPr/>
        </p:nvSpPr>
        <p:spPr>
          <a:xfrm>
            <a:off x="822960" y="4297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類比：LLM 是引擎，Harness 是車架 — 沒有車架，引擎再強也跑不起來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 Harness 重要？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 管理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383280" y="1097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對話過長會超出 context window，需要 compaction 與 summarization 策略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工具編排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2011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需要 structured tool calling，而非自由格式解析，減少脆弱性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安全控制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38328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Tool approval 機制確保人類在迴圈中，防止未授權操作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76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執行可靠性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3832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自動重試、錯誤恢復、output truncation 處理等生產級需求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 核心元件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不論框架，每個 Harness 都包含這些基本構件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角色定義、行為準則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54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Tool Definitions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可用工具的 schema 與實作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→ Tool → Feedback 循環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2926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089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 Management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Window 壓縮與摘要策略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0" y="2926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1089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6052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Safety &amp; Approval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65760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人類確認、權限控制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309360" y="2926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089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Provider Abstraction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49224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/ 檔案系統 / Shell 抽換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概覽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TypeScript-first 的可組合 AI Agent SDK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206240" cy="32004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</a:rPr>
              <a:t>MaxGfeller/open-harness
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</a:rPr>
              <a:t>基於 Vercel AI SDK 構建的 code-first Agent 框架，
靈感來自 Claude Code 與 Codex。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核心定位：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讓開發者用 TypeScript 程式碼組合出類似 Claude Code 的 AI agent，從 CLI 到 Web 都能覆蓋。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371600"/>
            <a:ext cx="3383280" cy="32004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TypeScript (ESM)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Vercel AI SDK v6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版本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v0.5.2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 / Vue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Monorepo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pnpm workspace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分層架構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051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@openharness/react  |  @openharness/vue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Conversation + Middleware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withTurnTracking → withCompaction → withRetry → withPersistence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863840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Runner / Session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函式簽名: (history, input) → AsyncGenerator&lt;AgentEvent&gt;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(Stateless Executor)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 |  MCP  |  Skills  |  Subagents  |  Approve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FCE4EC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Providers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NodeFsProvider  |  VfsFsProvider  |  NodeShellProvider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每一層都是可替換的 — 只用 Agent 跑 CLI、加 Session 做多輪、上 Conversation + Middleware 做完整 Web 應用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核心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34747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無狀態執行器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 history + input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產出 AsyncGenerator 事件流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不持有對話狀態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可被多個 Session 共用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34747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一體式有狀態封裝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內建 compaction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 retry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Hooks 系統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Persistence 持久化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560320" cy="34747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Conversation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彈性 Middleware 組合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Runner + Middleware 模式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自由組合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Functional 設計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適合進階場景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工具生態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4023360" cy="54864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Built-in Tools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 •  writeFile  •  editFile  •  listFiles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 •  deleteFile  •  bash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097280"/>
            <a:ext cx="35661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097280"/>
            <a:ext cx="3566160" cy="54864"/>
          </a:xfrm>
          <a:prstGeom prst="rect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擴展機制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2064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MCP 整合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stdio / HTTP / SSE 三種連線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Subagents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自動生成 task tool，支援背景執行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7863840" cy="54864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Skills &amp; Instructions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Skills：</a:t>
            </a:r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SKILL.md 檔案系統，LLM 可在運行時動態載入特定指引（類似 Claude Code Skills）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Instructions：</a:t>
            </a:r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自動尋找 AGENTS.md / CLAUDE.md 作為系統提示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程式碼範例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solidFill>
            <a:srgbClr val="162A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Agent, createFsTools, createBashTool }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"@openharness/core";
</a:t>
            </a:r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 = </a:t>
            </a:r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Agent({
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"dev"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openai(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"gpt-5.4"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tools: { ...createFsTools(), ...createBashTool() },
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maxSteps: </a:t>
            </a:r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});
</a:t>
            </a:r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await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 </a:t>
            </a:r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agent.run([],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"Refactor auth"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
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(event.type ===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"text.delta"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process.stdout.write(event.text);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概覽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Stanford IRIS Lab — 用 AI 演化 AI Agent 的外殼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20624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Meta-Harness: End-to-End Optimization
of Model Harnesses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</a:rPr>
              <a:t>作者：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</a:rPr>
              <a:t>Yoonho Lee, Nair, Zhang, Lee,
Khattab (DSPy), Finn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核心創新：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不手動設計 harness，而是讓 AI agent 自動搜尋、迭代優化 harness 設計本身。每次優化可存取高達 </a:t>
            </a:r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1000 萬 tokens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 的完整歷史。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371600"/>
            <a:ext cx="338328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3.12+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框架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057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Harbor (Terminus-2)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Claude Opus 4.6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Terminal-Bench 2.0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76.4%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繼承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069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Harbor → KIRA →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研究動機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2011680"/>
          </a:xfrm>
          <a:prstGeom prst="rect">
            <a:avLst/>
          </a:prstGeom>
          <a:solidFill>
            <a:srgbClr val="FFF0F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手動設計 harness 效率低
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人工調整 prompt 和工具定義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難以系統化測試改進效果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摘要式歷史丟失關鍵細節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8745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1097280"/>
            <a:ext cx="365760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600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 Harness 演化
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Proposer agent 分析原始碼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存取完整 filesystem 歷史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反事實診斷失敗模式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03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關鍵洞察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傳統方法用摘要壓縮歷史（~2.5 萬 tokens），Meta-Harness 讓 proposer 存取完整 filesystem（~1000 萬 tokens），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保留所有原始碼、分數、execution traces，資訊量提升約 400 倍。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Agent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23774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Environment Bootstrap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蒐集 sandbox 快照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(PWD, 語言版本, 套件)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1554480" cy="23774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3444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Prompt 注入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快照結果附加到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initial prompt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097280"/>
            <a:ext cx="1554480" cy="23774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234440"/>
            <a:ext cx="502920" cy="502920"/>
          </a:xfrm>
          <a:prstGeom prst="ellipse">
            <a:avLst/>
          </a:prstGeom>
          <a:solidFill>
            <a:srgbClr val="7E57C2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呼叫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Native tool calling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(3 tools 定義)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1554480" cy="23774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2344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命令執行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tmux + marker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polling 偵測完成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097280"/>
            <a:ext cx="1554480" cy="23774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09560" y="1234440"/>
            <a:ext cx="502920" cy="50292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Output 回饋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清理、截斷後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回饋給 LLM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三個核心 Tool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160520"/>
            <a:ext cx="2560320" cy="73152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execute_commands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analysis + plan + commands (keystrokes)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4160520"/>
            <a:ext cx="2560320" cy="73152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task_complete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觸發三視角檢驗 (雙重確認)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160520"/>
            <a:ext cx="2560320" cy="73152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image_read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base64 傳送圖片給 LLM 視覺分析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關鍵技術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82296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161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051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Environment Bootstrapping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051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 agent loop 前自動蒐集 sandbox 快照（工作目錄、語言版本、套件管理器），省去 2-5 輪探索性指令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11680"/>
            <a:ext cx="64008" cy="822960"/>
          </a:xfrm>
          <a:prstGeom prst="rect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62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Marker-based Polling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490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每個命令後附加 echo '__CMDEND__&lt;seq&gt;__' 標記，偵測到即繼續，大幅減少等待時間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71800"/>
            <a:ext cx="64008" cy="82296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3639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Double-confirmation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749040" y="2971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第一次 task_complete 觸發三視角檢查（test engineer / QA / user），第二次才真正結束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931920"/>
            <a:ext cx="64008" cy="82296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9651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Prompt Caching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74904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對最近 3 則訊息加入 cache_control: ephemeral，降低 Anthropic API 延遲與成本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Benchmark 成績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Terminal-Bench 2.0  |  Claude Opus 4.6  |  89 tasks × 5 trials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 KIRA 基準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KIRA Overall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75.7%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20391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 Overall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76.4%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2551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Hard Subset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807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KIRA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28.5%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 (7 iter)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46.5%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575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跨領域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38313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文本分類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3831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+7.7pp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4087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數學推理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+4.7pp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vs Meta-Harness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兩種不同的 Harness 工程路線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46120"/>
                <a:gridCol w="3246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面向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Open-Harness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Meta-Harness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定位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SDK / 開發框架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研究 Artifact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語言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TypeScript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Python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目標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讓開發者構建自定 Agent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自動演化最佳 Harness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架構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Agent → Session → Middleware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Harbor → KIRA → Meta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Context 管理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兩階段 compaction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自動摘要 + 截斷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工具系統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Built-in + MCP + Skills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 native tools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前端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React / Vue hooks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僅 CLI / API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適用場景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產品開發、應用整合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Benchmark 優化、研究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 設計模式總結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從兩個專案中萃取的通用原則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分層抽象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無狀態、Session 有狀態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分離關注點，各層可獨立替換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Middleware 組合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2356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用函式組合取代繼承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retry、compaction、persistence 各自獨立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46888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Environment Sensing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啟動前自動偵測環境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減少無效探索，加速首次回應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246888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97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人類在迴圈中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2356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Tool Approval / Double Confirm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關鍵操作前確認，防止失控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65760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Provider 抽象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4173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FS / Shell 介面化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從 Node.js 到 VFS、sandbox 無縫切換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46320" y="365760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8620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2356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事件驅動串流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62356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AsyncGenerator 事件流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統一 CLI、Web、API 的消費介面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73152" cy="18288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22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總結與展望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 是 LLM Agent 的「作業系統」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Open-Harness </a:t>
            </a:r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代表工程實踐路線 — 模組化、可組合、面向產品開發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Meta-Harness </a:t>
            </a:r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代表研究探索路線 — 自動演化、meta-optimization、推動上界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兩條路線互補：研究發現最佳設計模式，工程將其落地為可用的 SDK。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未來方向：自動化 harness 搜尋 + 模組化 SDK 的融合。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github.com/MaxGfeller/open-harness  |  github.com/stanford-iris-lab/meta-harness-tbench2-artifact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介紹：概念、核心實踐與工具鏈</dc:title>
  <dc:subject>PptxGenJS Presentation</dc:subject>
  <dc:creator>Claude Code</dc:creator>
  <cp:lastModifiedBy>Claude Code</cp:lastModifiedBy>
  <cp:revision>1</cp:revision>
  <dcterms:created xsi:type="dcterms:W3CDTF">2026-04-03T11:16:48Z</dcterms:created>
  <dcterms:modified xsi:type="dcterms:W3CDTF">2026-04-03T11:16:48Z</dcterms:modified>
</cp:coreProperties>
</file>